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SpaceX Launch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5DAA"/>
                </a:solidFill>
              </a:defRPr>
            </a:pPr>
            <a:r>
              <a:t>Power BI Dashboard Design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 Architecture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Executive Summary Dashboard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ROI &amp; Opportunity Analysis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Success Metrics &amp; Achievements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SpaceX Brand Colors for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914400" cy="457200"/>
          </a:xfrm>
          <a:prstGeom prst="rect">
            <a:avLst/>
          </a:prstGeom>
          <a:solidFill>
            <a:srgbClr val="005DAA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188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Primary Blue</a:t>
            </a:r>
          </a:p>
          <a:p>
            <a:r>
              <a:t>#005DAA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Main brand color, headers, KPI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914400" cy="457200"/>
          </a:xfrm>
          <a:prstGeom prst="rect">
            <a:avLst/>
          </a:prstGeom>
          <a:solidFill>
            <a:srgbClr val="29292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Dark Gray</a:t>
            </a:r>
          </a:p>
          <a:p>
            <a:r>
              <a:t>#292929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Backgrounds, text, professional 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914400" cy="457200"/>
          </a:xfrm>
          <a:prstGeom prst="rect">
            <a:avLst/>
          </a:prstGeom>
          <a:solidFill>
            <a:srgbClr val="22C55E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Success Green</a:t>
            </a:r>
          </a:p>
          <a:p>
            <a:r>
              <a:t>#22C55E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Positive metrics, successful launches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457200"/>
          </a:xfrm>
          <a:prstGeom prst="rect">
            <a:avLst/>
          </a:prstGeom>
          <a:solidFill>
            <a:srgbClr val="FB923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Warning Orange</a:t>
            </a:r>
          </a:p>
          <a:p>
            <a:r>
              <a:t>#FB923C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Attention points, delays,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914400" cy="457200"/>
          </a:xfrm>
          <a:prstGeom prst="rect">
            <a:avLst/>
          </a:prstGeom>
          <a:solidFill>
            <a:srgbClr val="EF4444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Danger Red</a:t>
            </a:r>
          </a:p>
          <a:p>
            <a:r>
              <a:t>#EF4444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Failures, critical issues,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solidFill>
            <a:srgbClr val="8B5CF6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Innovation Purple</a:t>
            </a:r>
          </a:p>
          <a:p>
            <a:r>
              <a:t>#8B5CF6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R&amp;D metrics, Starship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0" cy="457200"/>
          </a:xfrm>
          <a:prstGeom prst="rect">
            <a:avLst/>
          </a:prstGeom>
          <a:solidFill>
            <a:srgbClr val="47556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029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Steel Blue</a:t>
            </a:r>
          </a:p>
          <a:p>
            <a:r>
              <a:t>#475569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Secondary text, borders, dividers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914400" cy="457200"/>
          </a:xfrm>
          <a:prstGeom prst="rect">
            <a:avLst/>
          </a:prstGeom>
          <a:solidFill>
            <a:srgbClr val="7DD3F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Sky Blue</a:t>
            </a:r>
          </a:p>
          <a:p>
            <a:r>
              <a:t>#7DD3FC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Accent color, hover states, selections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1: Executive Summary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Total Launches</a:t>
            </a:r>
          </a:p>
          <a:p>
            <a:pPr>
              <a:defRPr sz="2400" b="1">
                <a:solidFill>
                  <a:srgbClr val="005DAA"/>
                </a:solidFill>
              </a:defRPr>
            </a:pPr>
            <a:r>
              <a:t>578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+134 YoY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Success Rate</a:t>
            </a:r>
          </a:p>
          <a:p>
            <a:pPr>
              <a:defRPr sz="2400" b="1">
                <a:solidFill>
                  <a:srgbClr val="22C55E"/>
                </a:solidFill>
              </a:defRPr>
            </a:pPr>
            <a:r>
              <a:t>97.8%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+2.3%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Cost Reduction</a:t>
            </a:r>
          </a:p>
          <a:p>
            <a:pPr>
              <a:defRPr sz="2400" b="1">
                <a:solidFill>
                  <a:srgbClr val="8B5CF6"/>
                </a:solidFill>
              </a:defRPr>
            </a:pPr>
            <a:r>
              <a:t>73%</a:t>
            </a:r>
          </a:p>
          <a:p>
            <a:pPr>
              <a:defRPr sz="900">
                <a:solidFill>
                  <a:srgbClr val="EF4444"/>
                </a:solidFill>
              </a:defRPr>
            </a:pPr>
            <a:r>
              <a:t>-$47M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99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Reusability Rate</a:t>
            </a:r>
          </a:p>
          <a:p>
            <a:pPr>
              <a:defRPr sz="2400" b="1">
                <a:solidFill>
                  <a:srgbClr val="7DD3FC"/>
                </a:solidFill>
              </a:defRPr>
            </a:pPr>
            <a:r>
              <a:t>89%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41148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ge1_launch_ca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51760"/>
            <a:ext cx="3657600" cy="4572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754880" y="2560320"/>
            <a:ext cx="39319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ge1_mission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651760"/>
            <a:ext cx="3657600" cy="457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502920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DD3FC"/>
                </a:solidFill>
              </a:defRPr>
            </a:pPr>
            <a:r>
              <a:t>Key Insights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2024: Record 134 launches, exceeding all other providers combined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Booster reusability reached 24 flights per vehicle (B1067)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Critical improvement needed: Starship success rate at 33%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2: ROI &amp; Improvement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2_roi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4937760" cy="2377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0" y="1097280"/>
            <a:ext cx="274320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ge2_priority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377440" cy="2377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3840480"/>
            <a:ext cx="82296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ge2_value_proj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31920"/>
            <a:ext cx="786384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3: Success Metrics &amp; Achievements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ge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7863840" cy="1188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2651760"/>
            <a:ext cx="41148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ge3_landing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3749039" cy="1920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651760"/>
            <a:ext cx="402336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ge3_reusability_champ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43200"/>
            <a:ext cx="3657600" cy="1920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493776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Key Success Metrics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Market Leadership: 60%+ of global launch capacity | Cost Leadership: 75% cheaper than competitors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Innovation Speed: 10x faster iteration than traditional aerospace | Safety: 100% crew mission success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Environmental: 90% reduction in space debris through controlled reentry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Power BI Implementation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Data Connections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1. Import CSV files: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fact_launches.csv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dim_launch_location.csv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dim_launch_vehicle.csv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2. Create relationships: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fact→location (location_id)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fact→vehicle (vehicle_id)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3. Set date table from launch_date_actual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Essential DAX Measures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Success Rate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DIVIDE(COUNT(launch_success=TRUE),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     COUNT(all_launches))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ROI Savings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COUNT(booster_reused=TRUE) * 30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Improvement Trend =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AVERAGE(improvement_flag)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BY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Recommended Visualizations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KPI Cards: Total launches, Success rate, Cost savings, Reusability %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Line Charts: Launch trend over time, Landing success evolution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Bar Charts: Launches by vehicle, Booster reuse count, Cost comparison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Matrix/Heatmap: Launch calendar, Improvement opportunities by category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Gauge Charts: Current success rate, Reusability percentage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Waterfall: Cost reduction breakdown, ROI progression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