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SpaceX Launch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5DAA"/>
                </a:solidFill>
              </a:defRPr>
            </a:pPr>
            <a:r>
              <a:t>Power BI Dashboard Design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 Architecture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Executive Summary Dashboard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ROI &amp; Opportunity Analysis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Success Metrics &amp; Achievements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1: Executive Summary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Total Launches</a:t>
            </a:r>
          </a:p>
          <a:p>
            <a:pPr>
              <a:defRPr sz="2400" b="1">
                <a:solidFill>
                  <a:srgbClr val="005DAA"/>
                </a:solidFill>
              </a:defRPr>
            </a:pPr>
            <a:r>
              <a:t>578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+134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Success Rate</a:t>
            </a:r>
          </a:p>
          <a:p>
            <a:pPr>
              <a:defRPr sz="2400" b="1">
                <a:solidFill>
                  <a:srgbClr val="22C55E"/>
                </a:solidFill>
              </a:defRPr>
            </a:pPr>
            <a:r>
              <a:t>97.8%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+2.3%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Cost Reduction</a:t>
            </a:r>
          </a:p>
          <a:p>
            <a:pPr>
              <a:defRPr sz="2400" b="1">
                <a:solidFill>
                  <a:srgbClr val="8B5CF6"/>
                </a:solidFill>
              </a:defRPr>
            </a:pPr>
            <a:r>
              <a:t>73%</a:t>
            </a:r>
          </a:p>
          <a:p>
            <a:pPr>
              <a:defRPr sz="900">
                <a:solidFill>
                  <a:srgbClr val="EF4444"/>
                </a:solidFill>
              </a:defRPr>
            </a:pPr>
            <a:r>
              <a:t>-$47M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Reusability Rate</a:t>
            </a:r>
          </a:p>
          <a:p>
            <a:pPr>
              <a:defRPr sz="2400" b="1">
                <a:solidFill>
                  <a:srgbClr val="7DD3FC"/>
                </a:solidFill>
              </a:defRPr>
            </a:pPr>
            <a:r>
              <a:t>89%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41148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ge1_launch_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41148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754880" y="2560320"/>
            <a:ext cx="39319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ge1_mission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931920" cy="2286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DD3FC"/>
                </a:solidFill>
              </a:defRPr>
            </a:pPr>
            <a:r>
              <a:t>Key Insights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2024: Record 134 launches, exceeding all other providers combined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Booster reusability reached 24 flights per vehicle (B1067)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Critical improvement needed: Starship success rate at 33%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2: ROI &amp; Improvement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2_roi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4937760" cy="2377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0" y="1097280"/>
            <a:ext cx="274320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ge2_priority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377440" cy="2377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3840480"/>
            <a:ext cx="82296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2_value_proj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31920"/>
            <a:ext cx="786384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3: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1188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ge3_landing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3749039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ge3_reusability_champ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43200"/>
            <a:ext cx="3657600" cy="1920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Key Success Metrics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Market Leadership: 60%+ of global launch capacity | Cost Leadership: 75% cheaper than competitors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Innovation Speed: 10x faster iteration than traditional aerospace | Safety: 100% crew mission success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Environmental: 90% reduction in space debris through controlled reentry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