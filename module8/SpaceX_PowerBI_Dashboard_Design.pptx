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005DAA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Total Launches</a:t>
            </a:r>
          </a:p>
          <a:p>
            <a:pPr>
              <a:defRPr sz="24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+134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Success Rate</a:t>
            </a:r>
          </a:p>
          <a:p>
            <a:pPr>
              <a:defRPr sz="2400" b="1">
                <a:solidFill>
                  <a:srgbClr val="22C55E"/>
                </a:solidFill>
              </a:defRPr>
            </a:pPr>
            <a:r>
              <a:t>97.8%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+2.3%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Cost Reduction</a:t>
            </a:r>
          </a:p>
          <a:p>
            <a:pPr>
              <a:defRPr sz="2400" b="1">
                <a:solidFill>
                  <a:srgbClr val="8B5CF6"/>
                </a:solidFill>
              </a:defRPr>
            </a:pPr>
            <a:r>
              <a:t>73%</a:t>
            </a:r>
          </a:p>
          <a:p>
            <a:pPr>
              <a:defRPr sz="900">
                <a:solidFill>
                  <a:srgbClr val="EF4444"/>
                </a:solidFill>
              </a:defRPr>
            </a:pPr>
            <a:r>
              <a:t>-$47M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Reusability Rate</a:t>
            </a:r>
          </a:p>
          <a:p>
            <a:pPr>
              <a:defRPr sz="2400" b="1">
                <a:solidFill>
                  <a:srgbClr val="7DD3FC"/>
                </a:solidFill>
              </a:defRPr>
            </a:pPr>
            <a:r>
              <a:t>89%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Launch Cadence Trend (2018-2024)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Line chart showing exponential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Mission Success Analytics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Radial gauge + success breakdown by vehicle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005DAA"/>
                </a:solidFill>
              </a:rPr>
              <a:t>Page 2: ROI &amp; Improvement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49377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ROI Waterfall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💰 Waterfall chart showing cost savings progression: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Base launch cost: $62M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First stage reuse: -$30M (48%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Fairing recovery: -$6M (10%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Operational efficiency: -$6M (10% savings)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Current cost: $20M (68% reduction)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18872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Improvement Priority Matrix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2x2 Matrix (Impact vs Effort)</a:t>
            </a:r>
          </a:p>
          <a:p>
            <a:pPr>
              <a:defRPr sz="900" b="1">
                <a:solidFill>
                  <a:srgbClr val="22C55E"/>
                </a:solidFill>
              </a:defRPr>
            </a:pPr>
            <a:r>
              <a:t>High Impact/Low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Fairing catch improvement</a:t>
            </a:r>
          </a:p>
          <a:p>
            <a:pPr>
              <a:defRPr sz="900" b="1">
                <a:solidFill>
                  <a:srgbClr val="FB923C"/>
                </a:solidFill>
              </a:defRPr>
            </a:pPr>
            <a:r>
              <a:t>High Impact/High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Second stage recovery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Starship reliability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78638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Projected Value Creation (2025-2030)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📊 Stacked area chart showing cumulative savings potential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Current trajectory: $2.5B saved through reusability</a:t>
            </a:r>
          </a:p>
          <a:p>
            <a:pPr>
              <a:defRPr sz="1000">
                <a:solidFill>
                  <a:srgbClr val="8B5CF6"/>
                </a:solidFill>
              </a:defRPr>
            </a:pPr>
            <a:r>
              <a:t>• With 2nd stage recovery: Additional $3.8B potential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Starship success scenario: $15B+ market expansion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Risk factor: 40% probability of full Starship capability by 2027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005DAA"/>
                </a:solidFill>
              </a:rP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Historic Milestones Timeline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📅 Interactive timeline with key achievements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2008: First successful Falcon 1 | 2015: First landing | 2017: First reuse | 2020: Crew Dragon | 2024: 134 launches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749039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Landing Success Evolution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Area chart showing improvement</a:t>
            </a:r>
          </a:p>
          <a:p>
            <a:pPr>
              <a:defRPr sz="1000">
                <a:solidFill>
                  <a:srgbClr val="EF4444"/>
                </a:solidFill>
              </a:defRPr>
            </a:pPr>
            <a:r>
              <a:t>• 2015: 0% success rate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2017: 41% success rate</a:t>
            </a:r>
          </a:p>
          <a:p>
            <a:pPr>
              <a:defRPr sz="1000">
                <a:solidFill>
                  <a:srgbClr val="7DD3FC"/>
                </a:solidFill>
              </a:defRPr>
            </a:pPr>
            <a:r>
              <a:t>• 2020: 85% success rate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2024: 95%+ success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743200"/>
            <a:ext cx="3657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Champions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🏆 Bar chart of top performing boosters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B1067: 24 flights (record holder)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B1061: 23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B1062: 22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Fleet average: 12 flights per booster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